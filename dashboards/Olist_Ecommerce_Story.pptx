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AA569B3-8537-4CB6-9890-022FBEAD342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Olist_Ecommerce_Story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8C4D519-D653-463F-9528-3774246A1DD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26/05/26 06:31:51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list E-Commerce Story1" id="2" name="slide2">
            <a:extLst>
              <a:ext uri="{FF2B5EF4-FFF2-40B4-BE49-F238E27FC236}">
                <a16:creationId xmlns:a16="http://schemas.microsoft.com/office/drawing/2014/main" id="{DD0EE45C-CADF-4211-B32D-E062EC8EB0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list E-Commerce Story2" id="3" name="slide3">
            <a:extLst>
              <a:ext uri="{FF2B5EF4-FFF2-40B4-BE49-F238E27FC236}">
                <a16:creationId xmlns:a16="http://schemas.microsoft.com/office/drawing/2014/main" id="{DA7ACE85-A133-42D2-9957-D56A86F15D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list E-Commerce Story3" id="4" name="slide4">
            <a:extLst>
              <a:ext uri="{FF2B5EF4-FFF2-40B4-BE49-F238E27FC236}">
                <a16:creationId xmlns:a16="http://schemas.microsoft.com/office/drawing/2014/main" id="{A55EABBD-2A5E-4574-BA3D-05ECF47FA7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2026-05-26T01:01:52Z</dcterms:created>
  <dcterms:modified xsi:type="dcterms:W3CDTF">2026-05-26T01:01:52Z</dcterms:modified>
</cp:coreProperties>
</file>